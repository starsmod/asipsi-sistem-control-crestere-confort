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690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769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3140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320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239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867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984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699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89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963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776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2559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3032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4332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9126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406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B6306-0C1A-4E5D-9F7B-6B8157058109}" type="datetimeFigureOut">
              <a:rPr lang="ro-RO" smtClean="0"/>
              <a:t>16.04.2024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6A2E99-CEF1-43FA-ABD2-27263DCE4AE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815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A142FBD-8E72-784E-1BE3-AA99221A0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 de control al unei clădiri in scopul cresterii gradului de confort al ocupantilor</a:t>
            </a:r>
            <a:br>
              <a:rPr lang="ro-RO" sz="4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ro-RO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A6ADE4-26EC-3DD9-DBF7-DF56A19F1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180" y="5076508"/>
            <a:ext cx="9144000" cy="1655762"/>
          </a:xfrm>
        </p:spPr>
        <p:txBody>
          <a:bodyPr/>
          <a:lstStyle/>
          <a:p>
            <a:r>
              <a:rPr lang="en-US" dirty="0"/>
              <a:t>Proiect </a:t>
            </a:r>
            <a:r>
              <a:rPr lang="en-US" dirty="0" err="1"/>
              <a:t>realizat</a:t>
            </a:r>
            <a:r>
              <a:rPr lang="en-US" dirty="0"/>
              <a:t> de:</a:t>
            </a:r>
          </a:p>
          <a:p>
            <a:r>
              <a:rPr lang="en-US" dirty="0"/>
              <a:t>Jantea Mihai Adrian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806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7BB3F04-64FB-A545-9B01-ACD04071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Motivatie</a:t>
            </a:r>
            <a:endParaRPr lang="ro-RO">
              <a:solidFill>
                <a:srgbClr val="FFFFFF"/>
              </a:solidFill>
            </a:endParaRPr>
          </a:p>
        </p:txBody>
      </p:sp>
      <p:pic>
        <p:nvPicPr>
          <p:cNvPr id="5" name="Imagine 4" descr="O imagine care conține verde, creativitate&#10;&#10;Descriere generată automat">
            <a:extLst>
              <a:ext uri="{FF2B5EF4-FFF2-40B4-BE49-F238E27FC236}">
                <a16:creationId xmlns:a16="http://schemas.microsoft.com/office/drawing/2014/main" id="{7FA6CF83-7954-F5AA-240F-0FDE7476E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9CC84C9-6F0A-67AF-ADAC-2425727C3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kern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r>
              <a:rPr lang="ro-RO" kern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xistă o nevoie tot mai mare în societatea contemporană pentru sisteme inteligente și eficiente care să gestioneze confortul și eficiența energetică în clădiri.</a:t>
            </a:r>
            <a:endParaRPr lang="en-US" kern="0">
              <a:solidFill>
                <a:srgbClr val="FF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o-RO" kern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Acest lucru se datorează atât preocupării pentru sustenabilitate, cât și dorinței de a crea medii de viață mai plăcute și mai sănătoase pentru ocupanți.</a:t>
            </a:r>
            <a:endParaRPr lang="ro-R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38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E4BAA78-3351-F9B7-CA94-E34658AC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31" y="1600199"/>
            <a:ext cx="3440311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TEHNOLOGII UTILIZATE</a:t>
            </a:r>
            <a:endParaRPr lang="ro-RO" dirty="0"/>
          </a:p>
        </p:txBody>
      </p:sp>
      <p:pic>
        <p:nvPicPr>
          <p:cNvPr id="7" name="Substituent conținut 6" descr="O imagine care conține Color, captură de ecran, Grafică, proiectare&#10;&#10;Descriere generată automat">
            <a:extLst>
              <a:ext uri="{FF2B5EF4-FFF2-40B4-BE49-F238E27FC236}">
                <a16:creationId xmlns:a16="http://schemas.microsoft.com/office/drawing/2014/main" id="{9FB3CB4F-9523-C3EF-4AD5-F02206811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577" y="204874"/>
            <a:ext cx="4876800" cy="2438400"/>
          </a:xfrm>
        </p:spPr>
      </p:pic>
      <p:pic>
        <p:nvPicPr>
          <p:cNvPr id="11" name="Imagine 10" descr="O imagine care conține Grafică, Font, clipart, siglă&#10;&#10;Descriere generată automat">
            <a:extLst>
              <a:ext uri="{FF2B5EF4-FFF2-40B4-BE49-F238E27FC236}">
                <a16:creationId xmlns:a16="http://schemas.microsoft.com/office/drawing/2014/main" id="{DB75457D-BAA5-9F73-DFE3-BB159EA58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742" y="3090453"/>
            <a:ext cx="4442635" cy="1317172"/>
          </a:xfrm>
          <a:prstGeom prst="rect">
            <a:avLst/>
          </a:prstGeom>
        </p:spPr>
      </p:pic>
      <p:pic>
        <p:nvPicPr>
          <p:cNvPr id="13" name="Imagine 12" descr="O imagine care conține galben&#10;&#10;Descriere generată automat">
            <a:extLst>
              <a:ext uri="{FF2B5EF4-FFF2-40B4-BE49-F238E27FC236}">
                <a16:creationId xmlns:a16="http://schemas.microsoft.com/office/drawing/2014/main" id="{BBADC232-CF73-7D59-8615-7E0B532BA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742" y="4854804"/>
            <a:ext cx="4305164" cy="121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83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6255BBD-1630-F0C4-818B-A9834E6D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FUNCTIONALITATI ALE PROIECTULUI</a:t>
            </a:r>
            <a:endParaRPr lang="ro-RO" dirty="0"/>
          </a:p>
        </p:txBody>
      </p:sp>
      <p:pic>
        <p:nvPicPr>
          <p:cNvPr id="4" name="Imagine 3" descr="O imagine care conține clipart, Grafică, desen animat, ilustrație&#10;&#10;Descriere generată automat">
            <a:extLst>
              <a:ext uri="{FF2B5EF4-FFF2-40B4-BE49-F238E27FC236}">
                <a16:creationId xmlns:a16="http://schemas.microsoft.com/office/drawing/2014/main" id="{63363538-499E-21E1-230E-99FC1B715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578" y="2438399"/>
            <a:ext cx="2351797" cy="2351797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915E0EB3-DB4B-8AE4-73E1-F8EB3EFFF0A7}"/>
              </a:ext>
            </a:extLst>
          </p:cNvPr>
          <p:cNvSpPr txBox="1"/>
          <p:nvPr/>
        </p:nvSpPr>
        <p:spPr>
          <a:xfrm>
            <a:off x="1094864" y="4773414"/>
            <a:ext cx="3186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SISTEM DE FEEDBACK</a:t>
            </a:r>
            <a:endParaRPr lang="ro-RO" sz="2400" dirty="0"/>
          </a:p>
        </p:txBody>
      </p:sp>
      <p:pic>
        <p:nvPicPr>
          <p:cNvPr id="7" name="Imagine 6" descr="O imagine care conține negru, întuneric&#10;&#10;Descriere generată automat">
            <a:extLst>
              <a:ext uri="{FF2B5EF4-FFF2-40B4-BE49-F238E27FC236}">
                <a16:creationId xmlns:a16="http://schemas.microsoft.com/office/drawing/2014/main" id="{BD3CC901-C7F5-B67B-1569-345E23DB7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438399"/>
            <a:ext cx="2351797" cy="2351797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F00B795A-8672-3091-7E55-DD8F0701662F}"/>
              </a:ext>
            </a:extLst>
          </p:cNvPr>
          <p:cNvSpPr txBox="1"/>
          <p:nvPr/>
        </p:nvSpPr>
        <p:spPr>
          <a:xfrm>
            <a:off x="4917902" y="4771628"/>
            <a:ext cx="267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AUTENTIFICARE SI AUTORIZARE</a:t>
            </a:r>
            <a:endParaRPr lang="ro-RO" sz="2400" dirty="0"/>
          </a:p>
        </p:txBody>
      </p:sp>
      <p:pic>
        <p:nvPicPr>
          <p:cNvPr id="10" name="Imagine 9" descr="O imagine care conține Grafică, cerc, clipart&#10;&#10;Descriere generată automat">
            <a:extLst>
              <a:ext uri="{FF2B5EF4-FFF2-40B4-BE49-F238E27FC236}">
                <a16:creationId xmlns:a16="http://schemas.microsoft.com/office/drawing/2014/main" id="{D2D59D04-78D2-0A4C-27C6-8B01A438C2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282" y="2438399"/>
            <a:ext cx="2351797" cy="2351797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A21E0890-5A75-665B-4180-B18235B37E80}"/>
              </a:ext>
            </a:extLst>
          </p:cNvPr>
          <p:cNvSpPr txBox="1"/>
          <p:nvPr/>
        </p:nvSpPr>
        <p:spPr>
          <a:xfrm>
            <a:off x="8433282" y="4776163"/>
            <a:ext cx="3186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ADAPTABILITATE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62377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FF0F1562-6D42-6C41-9C8F-52A7213B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806" y="835017"/>
            <a:ext cx="2968188" cy="32158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HARDWARE</a:t>
            </a:r>
          </a:p>
        </p:txBody>
      </p:sp>
      <p:pic>
        <p:nvPicPr>
          <p:cNvPr id="3" name="Imagine 2" descr="Raspberry Pi 4 Specifications">
            <a:extLst>
              <a:ext uri="{FF2B5EF4-FFF2-40B4-BE49-F238E27FC236}">
                <a16:creationId xmlns:a16="http://schemas.microsoft.com/office/drawing/2014/main" id="{A5D73445-99E9-5839-AF43-BF9DD5B28B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1" b="4"/>
          <a:stretch/>
        </p:blipFill>
        <p:spPr bwMode="auto">
          <a:xfrm>
            <a:off x="1064766" y="835016"/>
            <a:ext cx="4851713" cy="2986430"/>
          </a:xfrm>
          <a:prstGeom prst="rect">
            <a:avLst/>
          </a:prstGeom>
          <a:noFill/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23C43620-8BB1-0C85-C0F5-08AF99605D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06" r="-5" b="1950"/>
          <a:stretch/>
        </p:blipFill>
        <p:spPr>
          <a:xfrm>
            <a:off x="1054486" y="4050441"/>
            <a:ext cx="2154185" cy="1991316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B29532E-290D-BA8B-2F76-F9586E61D81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" r="-2" b="14599"/>
          <a:stretch/>
        </p:blipFill>
        <p:spPr bwMode="auto">
          <a:xfrm rot="5400000">
            <a:off x="3856859" y="4090434"/>
            <a:ext cx="1991316" cy="19113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2297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tăText 7">
            <a:extLst>
              <a:ext uri="{FF2B5EF4-FFF2-40B4-BE49-F238E27FC236}">
                <a16:creationId xmlns:a16="http://schemas.microsoft.com/office/drawing/2014/main" id="{E729FC17-48EE-4ECE-9065-A84D7EC0A602}"/>
              </a:ext>
            </a:extLst>
          </p:cNvPr>
          <p:cNvSpPr txBox="1"/>
          <p:nvPr/>
        </p:nvSpPr>
        <p:spPr>
          <a:xfrm>
            <a:off x="480159" y="0"/>
            <a:ext cx="4176384" cy="238082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dirty="0" err="1">
                <a:latin typeface="+mj-lt"/>
                <a:ea typeface="+mj-ea"/>
                <a:cs typeface="+mj-cs"/>
              </a:rPr>
              <a:t>Diagrama</a:t>
            </a:r>
            <a:r>
              <a:rPr lang="en-US" sz="4800" cap="all" dirty="0">
                <a:latin typeface="+mj-lt"/>
                <a:ea typeface="+mj-ea"/>
                <a:cs typeface="+mj-cs"/>
              </a:rPr>
              <a:t> de </a:t>
            </a:r>
            <a:r>
              <a:rPr lang="en-US" sz="4800" cap="all" dirty="0" err="1">
                <a:latin typeface="+mj-lt"/>
                <a:ea typeface="+mj-ea"/>
                <a:cs typeface="+mj-cs"/>
              </a:rPr>
              <a:t>activitate</a:t>
            </a:r>
            <a:endParaRPr lang="en-US" sz="4800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Imagine 5" descr="O imagine care conține text, captură de ecran, Dreptunghi, Font&#10;&#10;Descriere generată automat">
            <a:extLst>
              <a:ext uri="{FF2B5EF4-FFF2-40B4-BE49-F238E27FC236}">
                <a16:creationId xmlns:a16="http://schemas.microsoft.com/office/drawing/2014/main" id="{A83B7CB4-1EEF-1D3A-8BF1-DD32F15B42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3" r="-11813"/>
          <a:stretch/>
        </p:blipFill>
        <p:spPr>
          <a:xfrm>
            <a:off x="3005215" y="0"/>
            <a:ext cx="7749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7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AF003B0-596B-7E34-C64B-7E234E6E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Dezvoltari</a:t>
            </a:r>
            <a:r>
              <a:rPr lang="en-US" dirty="0"/>
              <a:t> </a:t>
            </a:r>
            <a:r>
              <a:rPr lang="en-US" dirty="0" err="1"/>
              <a:t>ulterioare</a:t>
            </a:r>
            <a:endParaRPr lang="ro-RO" dirty="0"/>
          </a:p>
        </p:txBody>
      </p:sp>
      <p:pic>
        <p:nvPicPr>
          <p:cNvPr id="5" name="Substituent conținut 4" descr="O imagine care conține negru, întuneric&#10;&#10;Descriere generată automat">
            <a:extLst>
              <a:ext uri="{FF2B5EF4-FFF2-40B4-BE49-F238E27FC236}">
                <a16:creationId xmlns:a16="http://schemas.microsoft.com/office/drawing/2014/main" id="{FE1CF126-B422-5904-4B02-34BCD5DC5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741" y="2448152"/>
            <a:ext cx="2718934" cy="2718934"/>
          </a:xfr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854B13E8-BFB8-D63C-613C-425ECED805C2}"/>
              </a:ext>
            </a:extLst>
          </p:cNvPr>
          <p:cNvSpPr txBox="1"/>
          <p:nvPr/>
        </p:nvSpPr>
        <p:spPr>
          <a:xfrm>
            <a:off x="1274277" y="5167086"/>
            <a:ext cx="295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Optimizare</a:t>
            </a:r>
            <a:r>
              <a:rPr lang="en-US" dirty="0"/>
              <a:t> a </a:t>
            </a:r>
            <a:r>
              <a:rPr lang="en-US" dirty="0" err="1"/>
              <a:t>performantei</a:t>
            </a:r>
            <a:endParaRPr lang="ro-RO" dirty="0"/>
          </a:p>
        </p:txBody>
      </p:sp>
      <p:pic>
        <p:nvPicPr>
          <p:cNvPr id="8" name="Imagine 7" descr="O imagine care conține Grafică, cerc, artă, design grafic&#10;&#10;Descriere generată automat">
            <a:extLst>
              <a:ext uri="{FF2B5EF4-FFF2-40B4-BE49-F238E27FC236}">
                <a16:creationId xmlns:a16="http://schemas.microsoft.com/office/drawing/2014/main" id="{49E31AAB-2349-7732-42AE-AEDB5EA59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44" y="2162629"/>
            <a:ext cx="4506686" cy="3004457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5B41FB37-5D2E-02D9-7C72-7CA815CC8C54}"/>
              </a:ext>
            </a:extLst>
          </p:cNvPr>
          <p:cNvSpPr txBox="1"/>
          <p:nvPr/>
        </p:nvSpPr>
        <p:spPr>
          <a:xfrm>
            <a:off x="5367373" y="5167086"/>
            <a:ext cx="3601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inteligentei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r>
              <a:rPr lang="en-US" dirty="0"/>
              <a:t> in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luare</a:t>
            </a:r>
            <a:r>
              <a:rPr lang="en-US" dirty="0"/>
              <a:t> a </a:t>
            </a:r>
            <a:r>
              <a:rPr lang="en-US" dirty="0" err="1"/>
              <a:t>deciziei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1356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18D3B0A-0E96-24BA-4062-A0E1983C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729562B-EE21-2879-5E2F-9177FE1CE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Acest</a:t>
            </a:r>
            <a:r>
              <a:rPr lang="en-US" dirty="0"/>
              <a:t> p</a:t>
            </a:r>
            <a:r>
              <a:rPr lang="ro-RO" dirty="0" err="1"/>
              <a:t>roiect</a:t>
            </a:r>
            <a:r>
              <a:rPr lang="en-US" dirty="0"/>
              <a:t> </a:t>
            </a:r>
            <a:r>
              <a:rPr lang="ro-RO" dirty="0"/>
              <a:t>reprezintă o soluție inovatoare și utilă pentru îmbunătățirea confortului și eficienței în spațiile interioare. Prin utilizarea unei aplicații mobile Android și a tehnologiilor moderne, proiectul oferă utilizatorilor posibilitatea de a controla temperatura, iluminatul și alte aspecte ale mediului în timp real, adaptându-le preferințelor și necesităților individuale.</a:t>
            </a:r>
          </a:p>
        </p:txBody>
      </p:sp>
    </p:spTree>
    <p:extLst>
      <p:ext uri="{BB962C8B-B14F-4D97-AF65-F5344CB8AC3E}">
        <p14:creationId xmlns:p14="http://schemas.microsoft.com/office/powerpoint/2010/main" val="1233553512"/>
      </p:ext>
    </p:extLst>
  </p:cSld>
  <p:clrMapOvr>
    <a:masterClrMapping/>
  </p:clrMapOvr>
</p:sld>
</file>

<file path=ppt/theme/theme1.xml><?xml version="1.0" encoding="utf-8"?>
<a:theme xmlns:a="http://schemas.openxmlformats.org/drawingml/2006/main" name="Fațetă">
  <a:themeElements>
    <a:clrScheme name="Fațetă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țetă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țetă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159</Words>
  <Application>Microsoft Office PowerPoint</Application>
  <PresentationFormat>Ecran lat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Arial</vt:lpstr>
      <vt:lpstr>Tahoma</vt:lpstr>
      <vt:lpstr>Times New Roman</vt:lpstr>
      <vt:lpstr>Trebuchet MS</vt:lpstr>
      <vt:lpstr>Wingdings 3</vt:lpstr>
      <vt:lpstr>Fațetă</vt:lpstr>
      <vt:lpstr>Sistem de control al unei clădiri in scopul cresterii gradului de confort al ocupantilor </vt:lpstr>
      <vt:lpstr>Motivatie</vt:lpstr>
      <vt:lpstr>TEHNOLOGII UTILIZATE</vt:lpstr>
      <vt:lpstr>FUNCTIONALITATI ALE PROIECTULUI</vt:lpstr>
      <vt:lpstr>HARDWARE</vt:lpstr>
      <vt:lpstr>Prezentare PowerPoint</vt:lpstr>
      <vt:lpstr>Dezvoltari ulterioare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control al unei clădiri in scopul cresterii gradului de confort al ocupantilor </dc:title>
  <dc:creator>Mihai-Adrian JANTEA</dc:creator>
  <cp:lastModifiedBy>Mihai-Adrian JANTEA</cp:lastModifiedBy>
  <cp:revision>5</cp:revision>
  <dcterms:created xsi:type="dcterms:W3CDTF">2024-04-16T06:00:44Z</dcterms:created>
  <dcterms:modified xsi:type="dcterms:W3CDTF">2024-04-16T06:48:47Z</dcterms:modified>
</cp:coreProperties>
</file>